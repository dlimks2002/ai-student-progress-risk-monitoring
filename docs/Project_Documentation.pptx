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58" y="3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8100"/>
              <a:t>AI-Powered Student Progress &amp; Risk Monitoring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t>Working prototype for early identification and academic intervention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5240" y="2969469"/>
            <a:ext cx="8074815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Lecturers may need to monitor multiple indicators across many students.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Early warning signs can be difficult to identify from separate attendance, assessment and engagement records.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A simple risk-monitoring dashboard can help prioritise students who may need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5240" y="2969469"/>
            <a:ext cx="8074815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200"/>
              <a:t>A Streamlit dashboard combines four student-progress indicators.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200"/>
              <a:t>An explainable weighted risk model produces a 0–100% risk score.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200"/>
              <a:t>Students are grouped into Low, Medium and High risk categories.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200"/>
              <a:t>The dashboard explains contributing factors and suggests possible interventions.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5240" y="2969469"/>
            <a:ext cx="8074815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200"/>
              <a:t>Class-level monitoring KPIs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200"/>
              <a:t>Risk-level filtering and student search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200"/>
              <a:t>Risk distribution visualisation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200"/>
              <a:t>Individual student drill-down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200"/>
              <a:t>Explainable risk factors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200"/>
              <a:t>AI-assisted intervention suggestions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4. Risk Detection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5240" y="2969469"/>
            <a:ext cx="8074815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35% — Assessment performance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30% — Attendance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20% — Engagement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15% — Assignment submission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High Risk: ≥60%  |  Medium Risk: 35–59.9%  |  Low Risk: &lt;35%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451226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/>
            </a:pPr>
            <a:r>
              <a:rPr lang="en-US" sz="1200"/>
              <a:t>The prototype prioritises explainability rather than model complexity.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 Demonstration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5240" y="2969469"/>
            <a:ext cx="8074815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Student: Isaac Goh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Risk level: High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Key indicators: lower attendance, assessment performance, engagement and incomplete submissions.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The dashboard converts these indicators into an understandable risk profile.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6. Lecturer Intervention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5240" y="2969469"/>
            <a:ext cx="8074815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Discuss attendance and identify barriers.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Recommend targeted revision and consultation.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Provide a short engagement check-in.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Create a catch-up plan for missed assignments.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Human judgement remains central to any intervention.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7. Technology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5240" y="2969469"/>
            <a:ext cx="8074815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Frontend / Dashboard: Streamlit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Data processing: Python + Pandas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Risk calculation: Explainable weighted model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Dataset: Synthetic student records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Future: ML model + LMS integration + intervention tracking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8. Project &amp;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5240" y="2969469"/>
            <a:ext cx="8074815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Project: AI-Student-Progress-Risk-Monitoring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Repository: https://github.com/dlimks2002/ai-student-progress-risk-monitoring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Install: pip install -r requirements.txt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Run: streamlit run app.py</a:t>
            </a:r>
          </a:p>
          <a:p>
            <a:pPr indent="-228600" defTabSz="914400">
              <a:lnSpc>
                <a:spcPct val="9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Demo data is included in data/students.csv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337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AI-Powered Student Progress &amp; Risk Monitoring</vt:lpstr>
      <vt:lpstr>1. Problem Statement</vt:lpstr>
      <vt:lpstr>2. Proposed Solution</vt:lpstr>
      <vt:lpstr>3. Key Features</vt:lpstr>
      <vt:lpstr>4. Risk Detection Model</vt:lpstr>
      <vt:lpstr>5. Demonstration Example</vt:lpstr>
      <vt:lpstr>6. Lecturer Intervention</vt:lpstr>
      <vt:lpstr>7. Technology &amp; Architecture</vt:lpstr>
      <vt:lpstr>8. Project &amp; Setup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Derrick LIM (TP)</cp:lastModifiedBy>
  <cp:revision>3</cp:revision>
  <dcterms:created xsi:type="dcterms:W3CDTF">2013-01-27T09:14:16Z</dcterms:created>
  <dcterms:modified xsi:type="dcterms:W3CDTF">2026-10-05T03:07:10Z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28611d-fe69-484f-b56b-0db8a0d79612_Enabled">
    <vt:lpwstr>true</vt:lpwstr>
  </property>
  <property fmtid="{D5CDD505-2E9C-101B-9397-08002B2CF9AE}" pid="3" name="MSIP_Label_d528611d-fe69-484f-b56b-0db8a0d79612_SetDate">
    <vt:lpwstr>2026-10-05T03:05:56Z</vt:lpwstr>
  </property>
  <property fmtid="{D5CDD505-2E9C-101B-9397-08002B2CF9AE}" pid="4" name="MSIP_Label_d528611d-fe69-484f-b56b-0db8a0d79612_Method">
    <vt:lpwstr>Privileged</vt:lpwstr>
  </property>
  <property fmtid="{D5CDD505-2E9C-101B-9397-08002B2CF9AE}" pid="5" name="MSIP_Label_d528611d-fe69-484f-b56b-0db8a0d79612_Name">
    <vt:lpwstr>Public</vt:lpwstr>
  </property>
  <property fmtid="{D5CDD505-2E9C-101B-9397-08002B2CF9AE}" pid="6" name="MSIP_Label_d528611d-fe69-484f-b56b-0db8a0d79612_SiteId">
    <vt:lpwstr>25a99bf0-8e72-472a-ae50-adfbdf0df6f1</vt:lpwstr>
  </property>
  <property fmtid="{D5CDD505-2E9C-101B-9397-08002B2CF9AE}" pid="7" name="MSIP_Label_d528611d-fe69-484f-b56b-0db8a0d79612_ActionId">
    <vt:lpwstr>e28e8157-8b04-4454-a3eb-03b7257310c1</vt:lpwstr>
  </property>
  <property fmtid="{D5CDD505-2E9C-101B-9397-08002B2CF9AE}" pid="8" name="MSIP_Label_d528611d-fe69-484f-b56b-0db8a0d79612_ContentBits">
    <vt:lpwstr>0</vt:lpwstr>
  </property>
  <property fmtid="{D5CDD505-2E9C-101B-9397-08002B2CF9AE}" pid="9" name="MSIP_Label_d528611d-fe69-484f-b56b-0db8a0d79612_Tag">
    <vt:lpwstr>10, 0, 1, 1</vt:lpwstr>
  </property>
</Properties>
</file>